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E88D"/>
          </a:solidFill>
          <a:ln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141E"/>
                </a:solidFill>
              </a:defRPr>
            </a:pPr>
            <a:r>
              <a:t>GANPAT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0" b="1">
                <a:solidFill>
                  <a:srgbClr val="04E88D"/>
                </a:solidFill>
              </a:defRPr>
            </a:pPr>
            <a:r>
              <a:t>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Duolingo-Style Coding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96FF"/>
                </a:solidFill>
              </a:defRPr>
            </a:pPr>
            <a:r>
              <a:t>Internal Guide: Prof. Chirag Patel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0B4"/>
                </a:solidFill>
              </a:defRPr>
            </a:pPr>
            <a:r>
              <a:t>B.Tech Final Semester Project</a:t>
            </a:r>
            <a:br/>
            <a:r>
              <a:t>by Abhay Prajapati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96FF"/>
          </a:solidFill>
          <a:ln>
            <a:solidFill>
              <a:srgbClr val="6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Interactive Duolingo-style coding learning platform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Bite-sized lessons with multiple-choice quizzes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Gamification: XP rewards, streaks, hearts system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Real-time leaderboard with top rankings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User authentication &amp; progress tracking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Neon green UI inspired by Duolingo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FRONTEND: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Angular 17+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TypeScript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Standalone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Modern CSS (Dark Theme)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DATABASE: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MySQL (XAMPP)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phpMyAdmin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5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BACKEND: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PHP 7.4+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REST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CORS Enabled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10 Endpoints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HTTP CLIENT: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Angular HttpClient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localStorage Session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JSON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User registration &amp; authentication with password hashing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Course library with structured lessons &amp; content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Interactive quiz system with instant feedback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Hearts system (5 max, lose 1 per wrong answer)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XP rewards &amp; consecutive day streak tracking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Live leaderboard showing top 10 users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User profiles with statistics &amp; badges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users: id, name, email, password, xp, streak, hearts, last_active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courses: id, title, description, icon, color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lessons: id, course_id, title, content, xp_reward, order_num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quiz_questions: id, lesson_id, question, options (a-d), correct_option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user_progress: id, user_id, lesson_id, completed, score, completed_at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8 Application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Home - Public landing page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Login / Register - User authentication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Dashboard - Winding lesson path with progress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Courses - Grid view of all courses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Lessons - Lesson list per course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Quiz - Interactive questions with feedback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Leaderboard - Top 10 rankings by XP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Profile - User stats, level, badges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Color Palette: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Primary: Neon Green #04E88D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Background: Dark #141E1E (VS Code inspired)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Cards: #252526 with depth effect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Danger: #FF4B4B (hearts/errors)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Typography: Nunito font (bold weights 700-900)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3D buttons with shadow effect on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Hearts System (Gamification)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5 hearts maximum per user at any time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Lose 1 heart per incorrect quiz answer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Quiz is blocked when user has 0 hearts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Daily auto-refill of hearts after 24 hours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Hearts synced with backend database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Encourages daily engagement without frustration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Matches Duolingo's proven engagement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Backend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AUTHENTICATION: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POST /register.php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POST /login.php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CONTENT: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GET /get_courses.php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GET /get_lessons.php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GET /get_quiz.php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PROGRESS: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POST /save_progress.php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GET /get_profile.php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POST /update_hearts.php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SOCIAL: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GET /get_leaderboard.php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Base: http://localhost/codehub-api/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Register/Login → Session stored in localStorage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View Dashboard → Winding path shows progress (done/active/locked)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Select Course → Browse courses in grid view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Choose Lesson → View content &amp; XP reward info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Take Quiz → Answer multiple-choice questions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Earn XP &amp; Streak → Profile updates in real-time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Climb Leaderboard → Compete globally with other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All 8 pages built with Angular 17+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All PHP REST endpoints functional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MySQL database with sample data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Dark theme + neon green branding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Login/Register with session storage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Quiz system with hearts working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✓ Leaderboard &amp; profile pages complete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How to Run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PREREQUISITES: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Node.js 18+, XAMPP (Apache + MySQL), VS Code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START BACKEND: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1. Open XAMPP Control Panel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2. Start Apache &amp; MySQL services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3. Verify: http://localhost/phpmyadmin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START FRONTEND: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Run: ng serve (port 4200)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  Open: http://localhost:4200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Real-time Progress - Used POST API calls after quiz completion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Hearts Sync - Store in localStorage + backend database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Responsive Dark UI - CSS custom properties &amp; media queries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CORS with PHP - Proper headers in config.php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User Sessions - localStorage key: codehub_user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Leaderboard Ranking - Implemented XP-based sorting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8412480" cy="0"/>
          </a:xfrm>
          <a:prstGeom prst="rect">
            <a:avLst/>
          </a:prstGeom>
          <a:ln w="38100"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4E88D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Mobile app version (React Native / Flutter)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Real-time hints &amp; code explanations in lessons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Social features (follow friends, chat, discussion)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Certificate generation on course completion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Admin dashboard for course/lesson management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Dark/Light theme toggle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Advanced achievement badges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4E88D"/>
          </a:solidFill>
          <a:ln>
            <a:solidFill>
              <a:srgbClr val="04E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4E88D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96FF"/>
                </a:solidFill>
              </a:defRPr>
            </a:pPr>
            <a:r>
              <a:t>Learn. Play. Master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96FF"/>
          </a:solidFill>
          <a:ln>
            <a:solidFill>
              <a:srgbClr val="6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